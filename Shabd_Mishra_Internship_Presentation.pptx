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D2E2"/>
          </a:solidFill>
        </a:fill>
      </a:tcStyle>
    </a:wholeTbl>
    <a:band2H>
      <a:tcTxStyle b="def" i="def"/>
      <a:tcStyle>
        <a:tcBdr/>
        <a:fill>
          <a:solidFill>
            <a:srgbClr val="E8EA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7EF"/>
          </a:solidFill>
        </a:fill>
      </a:tcStyle>
    </a:wholeTbl>
    <a:band2H>
      <a:tcTxStyle b="def" i="def"/>
      <a:tcStyle>
        <a:tcBdr/>
        <a:fill>
          <a:solidFill>
            <a:srgbClr val="E7EC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DBDF"/>
          </a:solidFill>
        </a:fill>
      </a:tcStyle>
    </a:wholeTbl>
    <a:band2H>
      <a:tcTxStyle b="def" i="def"/>
      <a:tcStyle>
        <a:tcBdr/>
        <a:fill>
          <a:solidFill>
            <a:srgbClr val="EFEE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Shape 26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82879" y="5176158"/>
            <a:ext cx="11640313" cy="845494"/>
          </a:xfrm>
          <a:prstGeom prst="rect">
            <a:avLst/>
          </a:prstGeom>
        </p:spPr>
        <p:txBody>
          <a:bodyPr anchor="b"/>
          <a:lstStyle>
            <a:lvl1pPr>
              <a:defRPr sz="4400">
                <a:solidFill>
                  <a:srgbClr val="ACCBF9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210313" y="5980176"/>
            <a:ext cx="11612881" cy="530353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solidFill>
                  <a:srgbClr val="ACCBF9"/>
                </a:solidFill>
              </a:defRPr>
            </a:lvl1pPr>
            <a:lvl2pPr marL="555171" indent="-326571">
              <a:buFontTx/>
              <a:defRPr sz="1600">
                <a:solidFill>
                  <a:srgbClr val="ACCBF9"/>
                </a:solidFill>
              </a:defRPr>
            </a:lvl2pPr>
            <a:lvl3pPr marL="783771" indent="-326571">
              <a:buFontTx/>
              <a:defRPr sz="1600">
                <a:solidFill>
                  <a:srgbClr val="ACCBF9"/>
                </a:solidFill>
              </a:defRPr>
            </a:lvl3pPr>
            <a:lvl4pPr marL="1012371" indent="-326571">
              <a:buFontTx/>
              <a:defRPr sz="1600">
                <a:solidFill>
                  <a:srgbClr val="ACCBF9"/>
                </a:solidFill>
              </a:defRPr>
            </a:lvl4pPr>
            <a:lvl5pPr marL="1240971" indent="-326571">
              <a:buFontTx/>
              <a:defRPr sz="1600">
                <a:solidFill>
                  <a:srgbClr val="ACCBF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Picture Placeholder 9"/>
          <p:cNvSpPr/>
          <p:nvPr>
            <p:ph type="pic" idx="21"/>
          </p:nvPr>
        </p:nvSpPr>
        <p:spPr>
          <a:xfrm>
            <a:off x="274220" y="266699"/>
            <a:ext cx="11649457" cy="485381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1867113" y="6463830"/>
            <a:ext cx="194257" cy="1861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CCBF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7660261" y="208753"/>
            <a:ext cx="4066073" cy="3725938"/>
          </a:xfrm>
          <a:prstGeom prst="rect">
            <a:avLst/>
          </a:prstGeom>
        </p:spPr>
        <p:txBody>
          <a:bodyPr/>
          <a:lstStyle>
            <a:lvl1pPr>
              <a:defRPr sz="5000">
                <a:solidFill>
                  <a:srgbClr val="ACCBF9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quarter" idx="1"/>
          </p:nvPr>
        </p:nvSpPr>
        <p:spPr>
          <a:xfrm>
            <a:off x="7668728" y="4846320"/>
            <a:ext cx="4066073" cy="138074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600">
                <a:solidFill>
                  <a:srgbClr val="ACCBF9"/>
                </a:solidFill>
              </a:defRPr>
            </a:lvl1pPr>
            <a:lvl2pPr marL="555171" indent="-326571">
              <a:buFontTx/>
              <a:defRPr sz="1600">
                <a:solidFill>
                  <a:srgbClr val="ACCBF9"/>
                </a:solidFill>
              </a:defRPr>
            </a:lvl2pPr>
            <a:lvl3pPr marL="783771" indent="-326571">
              <a:buFontTx/>
              <a:defRPr sz="1600">
                <a:solidFill>
                  <a:srgbClr val="ACCBF9"/>
                </a:solidFill>
              </a:defRPr>
            </a:lvl3pPr>
            <a:lvl4pPr marL="1012371" indent="-326571">
              <a:buFontTx/>
              <a:defRPr sz="1600">
                <a:solidFill>
                  <a:srgbClr val="ACCBF9"/>
                </a:solidFill>
              </a:defRPr>
            </a:lvl4pPr>
            <a:lvl5pPr marL="1240971" indent="-326571">
              <a:buFontTx/>
              <a:defRPr sz="1600">
                <a:solidFill>
                  <a:srgbClr val="ACCBF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Picture Placeholder 11"/>
          <p:cNvSpPr/>
          <p:nvPr>
            <p:ph type="pic" idx="21"/>
          </p:nvPr>
        </p:nvSpPr>
        <p:spPr>
          <a:xfrm>
            <a:off x="274319" y="266698"/>
            <a:ext cx="7238999" cy="632289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xfrm>
            <a:off x="11772528" y="6464941"/>
            <a:ext cx="194257" cy="1861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CCBF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xfrm>
            <a:off x="2018597" y="1529542"/>
            <a:ext cx="8154805" cy="2323883"/>
          </a:xfrm>
          <a:prstGeom prst="rect">
            <a:avLst/>
          </a:prstGeom>
        </p:spPr>
        <p:txBody>
          <a:bodyPr anchor="b"/>
          <a:lstStyle>
            <a:lvl1pPr algn="ctr">
              <a:defRPr sz="5400">
                <a:solidFill>
                  <a:srgbClr val="ACCBF9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quarter" idx="1"/>
          </p:nvPr>
        </p:nvSpPr>
        <p:spPr>
          <a:xfrm>
            <a:off x="3110714" y="4053504"/>
            <a:ext cx="5970572" cy="1072679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600">
                <a:solidFill>
                  <a:srgbClr val="ACCBF9"/>
                </a:solidFill>
              </a:defRPr>
            </a:lvl1pPr>
            <a:lvl2pPr marL="0" indent="457200" algn="ctr">
              <a:buSzTx/>
              <a:buFontTx/>
              <a:buNone/>
              <a:defRPr sz="1600">
                <a:solidFill>
                  <a:srgbClr val="ACCBF9"/>
                </a:solidFill>
              </a:defRPr>
            </a:lvl2pPr>
            <a:lvl3pPr marL="0" indent="914400" algn="ctr">
              <a:buSzTx/>
              <a:buFontTx/>
              <a:buNone/>
              <a:defRPr sz="1600">
                <a:solidFill>
                  <a:srgbClr val="ACCBF9"/>
                </a:solidFill>
              </a:defRPr>
            </a:lvl3pPr>
            <a:lvl4pPr marL="0" indent="1371600" algn="ctr">
              <a:buSzTx/>
              <a:buFontTx/>
              <a:buNone/>
              <a:defRPr sz="1600">
                <a:solidFill>
                  <a:srgbClr val="ACCBF9"/>
                </a:solidFill>
              </a:defRPr>
            </a:lvl4pPr>
            <a:lvl5pPr marL="0" indent="1828800" algn="ctr">
              <a:buSzTx/>
              <a:buFontTx/>
              <a:buNone/>
              <a:defRPr sz="1600">
                <a:solidFill>
                  <a:srgbClr val="ACCBF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CCBF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xfrm>
            <a:off x="157728" y="3200400"/>
            <a:ext cx="9002896" cy="3582185"/>
          </a:xfrm>
          <a:prstGeom prst="rect">
            <a:avLst/>
          </a:prstGeom>
        </p:spPr>
        <p:txBody>
          <a:bodyPr anchor="b"/>
          <a:lstStyle>
            <a:lvl1pPr>
              <a:defRPr sz="6900">
                <a:solidFill>
                  <a:srgbClr val="ACCBF9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1772528" y="217320"/>
            <a:ext cx="194257" cy="1861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CCBF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133815" y="189689"/>
            <a:ext cx="11341906" cy="1629486"/>
          </a:xfrm>
          <a:prstGeom prst="rect">
            <a:avLst/>
          </a:prstGeom>
        </p:spPr>
        <p:txBody>
          <a:bodyPr/>
          <a:lstStyle>
            <a:lvl1pPr>
              <a:defRPr sz="7600"/>
            </a:lvl1pPr>
          </a:lstStyle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half" idx="1"/>
          </p:nvPr>
        </p:nvSpPr>
        <p:spPr>
          <a:xfrm>
            <a:off x="6096000" y="2362200"/>
            <a:ext cx="5829300" cy="3810000"/>
          </a:xfrm>
          <a:prstGeom prst="rect">
            <a:avLst/>
          </a:prstGeom>
        </p:spPr>
        <p:txBody>
          <a:bodyPr anchor="b"/>
          <a:lstStyle>
            <a:lvl1pPr marL="457200" indent="-457200">
              <a:buFontTx/>
              <a:buAutoNum type="arabicPeriod" startAt="1"/>
              <a:defRPr sz="1600"/>
            </a:lvl1pPr>
            <a:lvl2pPr marL="571500" indent="-342900">
              <a:buFontTx/>
              <a:buAutoNum type="arabicPeriod" startAt="1"/>
              <a:defRPr sz="1600"/>
            </a:lvl2pPr>
            <a:lvl3pPr marL="800100" indent="-342900">
              <a:buFontTx/>
              <a:buAutoNum type="arabicPeriod" startAt="1"/>
              <a:defRPr sz="1600"/>
            </a:lvl3pPr>
            <a:lvl4pPr>
              <a:buFontTx/>
              <a:buAutoNum type="arabicPeriod" startAt="1"/>
              <a:defRPr sz="1600"/>
            </a:lvl4pPr>
            <a:lvl5pPr>
              <a:buFontTx/>
              <a:buAutoNum type="arabicPeriod" startAt="1"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xfrm>
            <a:off x="182879" y="4061862"/>
            <a:ext cx="5913122" cy="2268360"/>
          </a:xfrm>
          <a:prstGeom prst="rect">
            <a:avLst/>
          </a:prstGeom>
        </p:spPr>
        <p:txBody>
          <a:bodyPr/>
          <a:lstStyle>
            <a:lvl1pPr>
              <a:defRPr sz="5800"/>
            </a:lvl1pPr>
          </a:lstStyle>
          <a:p>
            <a:pPr/>
            <a:r>
              <a:t>Title Text</a:t>
            </a:r>
          </a:p>
        </p:txBody>
      </p:sp>
      <p:sp>
        <p:nvSpPr>
          <p:cNvPr id="67" name="Picture Placeholder 15"/>
          <p:cNvSpPr/>
          <p:nvPr>
            <p:ph type="pic" idx="21"/>
          </p:nvPr>
        </p:nvSpPr>
        <p:spPr>
          <a:xfrm>
            <a:off x="274320" y="268508"/>
            <a:ext cx="11649457" cy="360908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68" name="Body Level One…"/>
          <p:cNvSpPr txBox="1"/>
          <p:nvPr>
            <p:ph type="body" sz="quarter" idx="1"/>
          </p:nvPr>
        </p:nvSpPr>
        <p:spPr>
          <a:xfrm>
            <a:off x="7515973" y="4039118"/>
            <a:ext cx="4419602" cy="2268361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AutoNum type="arabicPeriod" startAt="1"/>
            </a:lvl1pPr>
            <a:lvl2pPr marL="228600" indent="-228600">
              <a:buFontTx/>
              <a:buAutoNum type="arabicPeriod" startAt="1"/>
            </a:lvl2pPr>
            <a:lvl3pPr marL="228600" indent="-228600">
              <a:buFontTx/>
              <a:buAutoNum type="arabicPeriod" startAt="1"/>
            </a:lvl3pPr>
            <a:lvl4pPr marL="228600" indent="-228600">
              <a:buFontTx/>
              <a:buAutoNum type="arabicPeriod" startAt="1"/>
            </a:lvl4pPr>
            <a:lvl5pPr marL="228600" indent="-228600">
              <a:buFontTx/>
              <a:buAutoNum type="arabicPeriod" startAt="1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xfrm>
            <a:off x="1225131" y="1638299"/>
            <a:ext cx="3314701" cy="387326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sz="half" idx="1"/>
          </p:nvPr>
        </p:nvSpPr>
        <p:spPr>
          <a:xfrm>
            <a:off x="4901019" y="1638299"/>
            <a:ext cx="6080760" cy="387326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182879" y="219456"/>
            <a:ext cx="3310396" cy="405812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6" name="Body Level One…"/>
          <p:cNvSpPr txBox="1"/>
          <p:nvPr>
            <p:ph type="body" idx="1"/>
          </p:nvPr>
        </p:nvSpPr>
        <p:spPr>
          <a:xfrm>
            <a:off x="3972674" y="266700"/>
            <a:ext cx="7688496" cy="604783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Text"/>
          <p:cNvSpPr txBox="1"/>
          <p:nvPr>
            <p:ph type="title"/>
          </p:nvPr>
        </p:nvSpPr>
        <p:spPr>
          <a:xfrm>
            <a:off x="4919524" y="219456"/>
            <a:ext cx="6376548" cy="1066006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5" name="Picture Placeholder 9"/>
          <p:cNvSpPr/>
          <p:nvPr>
            <p:ph type="pic" sz="half" idx="21"/>
          </p:nvPr>
        </p:nvSpPr>
        <p:spPr>
          <a:xfrm>
            <a:off x="274319" y="268573"/>
            <a:ext cx="4419601" cy="632596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6" name="Body Level One…"/>
          <p:cNvSpPr txBox="1"/>
          <p:nvPr>
            <p:ph type="body" sz="half" idx="1"/>
          </p:nvPr>
        </p:nvSpPr>
        <p:spPr>
          <a:xfrm>
            <a:off x="4919526" y="1285462"/>
            <a:ext cx="6376547" cy="4986355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>
            <a:off x="4188702" y="219456"/>
            <a:ext cx="7241297" cy="92354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5" name="Picture Placeholder 9"/>
          <p:cNvSpPr/>
          <p:nvPr>
            <p:ph type="pic" sz="half" idx="21"/>
          </p:nvPr>
        </p:nvSpPr>
        <p:spPr>
          <a:xfrm>
            <a:off x="274319" y="268573"/>
            <a:ext cx="3675890" cy="63276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6" name="Body Level One…"/>
          <p:cNvSpPr txBox="1"/>
          <p:nvPr>
            <p:ph type="body" idx="1"/>
          </p:nvPr>
        </p:nvSpPr>
        <p:spPr>
          <a:xfrm>
            <a:off x="4188702" y="1143000"/>
            <a:ext cx="7241299" cy="5239512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Text"/>
          <p:cNvSpPr txBox="1"/>
          <p:nvPr>
            <p:ph type="title"/>
          </p:nvPr>
        </p:nvSpPr>
        <p:spPr>
          <a:xfrm>
            <a:off x="182879" y="219456"/>
            <a:ext cx="7241298" cy="92354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idx="1"/>
          </p:nvPr>
        </p:nvSpPr>
        <p:spPr>
          <a:xfrm>
            <a:off x="182879" y="1143000"/>
            <a:ext cx="7241300" cy="5239512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Picture Placeholder 9"/>
          <p:cNvSpPr/>
          <p:nvPr>
            <p:ph type="pic" sz="half" idx="21"/>
          </p:nvPr>
        </p:nvSpPr>
        <p:spPr>
          <a:xfrm>
            <a:off x="8249411" y="268573"/>
            <a:ext cx="3675889" cy="63276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7687121" y="6463232"/>
            <a:ext cx="194257" cy="1861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Text"/>
          <p:cNvSpPr txBox="1"/>
          <p:nvPr>
            <p:ph type="title"/>
          </p:nvPr>
        </p:nvSpPr>
        <p:spPr>
          <a:xfrm>
            <a:off x="185854" y="219456"/>
            <a:ext cx="4717431" cy="118088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sz="half" idx="1"/>
          </p:nvPr>
        </p:nvSpPr>
        <p:spPr>
          <a:xfrm>
            <a:off x="185854" y="1400343"/>
            <a:ext cx="4729047" cy="4871475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6" name="Picture Placeholder 3"/>
          <p:cNvSpPr/>
          <p:nvPr>
            <p:ph type="pic" idx="21"/>
          </p:nvPr>
        </p:nvSpPr>
        <p:spPr>
          <a:xfrm>
            <a:off x="5600703" y="266700"/>
            <a:ext cx="6324470" cy="6324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5149900" y="6466899"/>
            <a:ext cx="194256" cy="1861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Text"/>
          <p:cNvSpPr txBox="1"/>
          <p:nvPr>
            <p:ph type="title"/>
          </p:nvPr>
        </p:nvSpPr>
        <p:spPr>
          <a:xfrm>
            <a:off x="182881" y="220869"/>
            <a:ext cx="3208021" cy="308863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5" name="Picture Placeholder 3"/>
          <p:cNvSpPr/>
          <p:nvPr>
            <p:ph type="pic" sz="half" idx="21"/>
          </p:nvPr>
        </p:nvSpPr>
        <p:spPr>
          <a:xfrm>
            <a:off x="4686300" y="266699"/>
            <a:ext cx="3500538" cy="6324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36" name="Body Level One…"/>
          <p:cNvSpPr txBox="1"/>
          <p:nvPr>
            <p:ph type="body" sz="half" idx="1"/>
          </p:nvPr>
        </p:nvSpPr>
        <p:spPr>
          <a:xfrm>
            <a:off x="8461086" y="220869"/>
            <a:ext cx="3200401" cy="6055556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Text"/>
          <p:cNvSpPr txBox="1"/>
          <p:nvPr>
            <p:ph type="title"/>
          </p:nvPr>
        </p:nvSpPr>
        <p:spPr>
          <a:xfrm>
            <a:off x="7513755" y="219456"/>
            <a:ext cx="3891436" cy="122533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5" name="Picture Placeholder 13"/>
          <p:cNvSpPr/>
          <p:nvPr>
            <p:ph type="pic" idx="21"/>
          </p:nvPr>
        </p:nvSpPr>
        <p:spPr>
          <a:xfrm>
            <a:off x="270472" y="265176"/>
            <a:ext cx="6984638" cy="63276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46" name="Body Level One…"/>
          <p:cNvSpPr txBox="1"/>
          <p:nvPr>
            <p:ph type="body" sz="half" idx="1"/>
          </p:nvPr>
        </p:nvSpPr>
        <p:spPr>
          <a:xfrm>
            <a:off x="7513752" y="1435652"/>
            <a:ext cx="3891436" cy="4833862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/>
          <p:nvPr>
            <p:ph type="title"/>
          </p:nvPr>
        </p:nvSpPr>
        <p:spPr>
          <a:xfrm>
            <a:off x="185854" y="219456"/>
            <a:ext cx="3234982" cy="157721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5" name="Body Level One…"/>
          <p:cNvSpPr txBox="1"/>
          <p:nvPr>
            <p:ph type="body" sz="quarter" idx="1"/>
          </p:nvPr>
        </p:nvSpPr>
        <p:spPr>
          <a:xfrm>
            <a:off x="185854" y="1796675"/>
            <a:ext cx="3234982" cy="4471476"/>
          </a:xfrm>
          <a:prstGeom prst="rect">
            <a:avLst/>
          </a:prstGeom>
        </p:spPr>
        <p:txBody>
          <a:bodyPr anchor="b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Picture Placeholder 3"/>
          <p:cNvSpPr/>
          <p:nvPr>
            <p:ph type="pic" idx="21"/>
          </p:nvPr>
        </p:nvSpPr>
        <p:spPr>
          <a:xfrm>
            <a:off x="3965783" y="265176"/>
            <a:ext cx="7959518" cy="63276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57" name="Slide Number"/>
          <p:cNvSpPr txBox="1"/>
          <p:nvPr>
            <p:ph type="sldNum" sz="quarter" idx="2"/>
          </p:nvPr>
        </p:nvSpPr>
        <p:spPr>
          <a:xfrm>
            <a:off x="3501444" y="6466899"/>
            <a:ext cx="194257" cy="1861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 Text"/>
          <p:cNvSpPr txBox="1"/>
          <p:nvPr>
            <p:ph type="title"/>
          </p:nvPr>
        </p:nvSpPr>
        <p:spPr>
          <a:xfrm>
            <a:off x="185877" y="216452"/>
            <a:ext cx="3381588" cy="221352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5" name="Body Level One…"/>
          <p:cNvSpPr txBox="1"/>
          <p:nvPr>
            <p:ph type="body" sz="half" idx="1"/>
          </p:nvPr>
        </p:nvSpPr>
        <p:spPr>
          <a:xfrm>
            <a:off x="3962400" y="177492"/>
            <a:ext cx="7962900" cy="2286001"/>
          </a:xfrm>
          <a:prstGeom prst="rect">
            <a:avLst/>
          </a:prstGeom>
        </p:spPr>
        <p:txBody>
          <a:bodyPr/>
          <a:lstStyle>
            <a:lvl4pPr marL="857250" indent="-171450"/>
            <a:lvl5pPr marL="1085850" indent="-17145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Picture Placeholder 9"/>
          <p:cNvSpPr/>
          <p:nvPr>
            <p:ph type="pic" idx="21"/>
          </p:nvPr>
        </p:nvSpPr>
        <p:spPr>
          <a:xfrm>
            <a:off x="274219" y="2935279"/>
            <a:ext cx="11651082" cy="365602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67" name="Slide Number"/>
          <p:cNvSpPr txBox="1"/>
          <p:nvPr>
            <p:ph type="sldNum" sz="quarter" idx="2"/>
          </p:nvPr>
        </p:nvSpPr>
        <p:spPr>
          <a:xfrm>
            <a:off x="11764635" y="2589568"/>
            <a:ext cx="194257" cy="18612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Text"/>
          <p:cNvSpPr txBox="1"/>
          <p:nvPr>
            <p:ph type="title"/>
          </p:nvPr>
        </p:nvSpPr>
        <p:spPr>
          <a:xfrm>
            <a:off x="182879" y="219456"/>
            <a:ext cx="3172643" cy="314502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5" name="Picture Placeholder 9"/>
          <p:cNvSpPr/>
          <p:nvPr>
            <p:ph type="pic" sz="half" idx="21"/>
          </p:nvPr>
        </p:nvSpPr>
        <p:spPr>
          <a:xfrm>
            <a:off x="4000500" y="265332"/>
            <a:ext cx="7924801" cy="30958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76" name="Body Level One…"/>
          <p:cNvSpPr txBox="1"/>
          <p:nvPr>
            <p:ph type="body" sz="half" idx="1"/>
          </p:nvPr>
        </p:nvSpPr>
        <p:spPr>
          <a:xfrm>
            <a:off x="3914564" y="3543596"/>
            <a:ext cx="8010736" cy="284353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: Rounded Corners 5"/>
          <p:cNvSpPr/>
          <p:nvPr/>
        </p:nvSpPr>
        <p:spPr>
          <a:xfrm>
            <a:off x="1231821" y="760150"/>
            <a:ext cx="9728359" cy="4233674"/>
          </a:xfrm>
          <a:prstGeom prst="roundRect">
            <a:avLst>
              <a:gd name="adj" fmla="val 7502"/>
            </a:avLst>
          </a:prstGeom>
          <a:solidFill>
            <a:srgbClr val="24285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EDE6"/>
                </a:solidFill>
                <a:latin typeface="Neue Haas Grotesk Text Pro"/>
                <a:ea typeface="Neue Haas Grotesk Text Pro"/>
                <a:cs typeface="Neue Haas Grotesk Text Pro"/>
                <a:sym typeface="Neue Haas Grotesk Text Pro"/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446275" y="5255159"/>
            <a:ext cx="9299449" cy="102532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defRPr spc="-50" sz="2400"/>
            </a:lvl1pPr>
          </a:lstStyle>
          <a:p>
            <a:pPr/>
            <a:r>
              <a:t>Title Text</a:t>
            </a:r>
          </a:p>
        </p:txBody>
      </p:sp>
      <p:sp>
        <p:nvSpPr>
          <p:cNvPr id="186" name="Body Level One…"/>
          <p:cNvSpPr txBox="1"/>
          <p:nvPr>
            <p:ph type="body" idx="1" hasCustomPrompt="1"/>
          </p:nvPr>
        </p:nvSpPr>
        <p:spPr>
          <a:xfrm>
            <a:off x="1446275" y="1293091"/>
            <a:ext cx="9299449" cy="394392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buSzTx/>
              <a:buFontTx/>
              <a:buNone/>
              <a:defRPr spc="-100" sz="26000"/>
            </a:lvl1pPr>
            <a:lvl2pPr marL="5535385" indent="-5306785" algn="ctr">
              <a:lnSpc>
                <a:spcPct val="80000"/>
              </a:lnSpc>
              <a:buFontTx/>
              <a:defRPr spc="-100" sz="26000"/>
            </a:lvl2pPr>
            <a:lvl3pPr marL="5763985" indent="-5306785" algn="ctr">
              <a:lnSpc>
                <a:spcPct val="80000"/>
              </a:lnSpc>
              <a:buFontTx/>
              <a:defRPr spc="-100" sz="26000"/>
            </a:lvl3pPr>
            <a:lvl4pPr marL="5992585" indent="-5306785" algn="ctr">
              <a:lnSpc>
                <a:spcPct val="80000"/>
              </a:lnSpc>
              <a:buFontTx/>
              <a:defRPr spc="-100" sz="26000"/>
            </a:lvl4pPr>
            <a:lvl5pPr marL="6221185" indent="-5306785" algn="ctr">
              <a:lnSpc>
                <a:spcPct val="80000"/>
              </a:lnSpc>
              <a:buFontTx/>
              <a:defRPr spc="-100" sz="26000"/>
            </a:lvl5pPr>
          </a:lstStyle>
          <a:p>
            <a:pPr/>
            <a:r>
              <a:t>XX%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Text"/>
          <p:cNvSpPr txBox="1"/>
          <p:nvPr>
            <p:ph type="title"/>
          </p:nvPr>
        </p:nvSpPr>
        <p:spPr>
          <a:xfrm>
            <a:off x="612648" y="-1133856"/>
            <a:ext cx="10652760" cy="9144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5" name="Body Level One…"/>
          <p:cNvSpPr txBox="1"/>
          <p:nvPr>
            <p:ph type="body" idx="1" hasCustomPrompt="1"/>
          </p:nvPr>
        </p:nvSpPr>
        <p:spPr>
          <a:xfrm>
            <a:off x="182879" y="173736"/>
            <a:ext cx="10475501" cy="48506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SzTx/>
              <a:buFontTx/>
              <a:buNone/>
              <a:defRPr spc="-50" sz="7600"/>
            </a:lvl1pPr>
            <a:lvl2pPr marL="0" indent="228600">
              <a:lnSpc>
                <a:spcPct val="90000"/>
              </a:lnSpc>
              <a:buSzTx/>
              <a:buFontTx/>
              <a:buNone/>
              <a:defRPr spc="-50" sz="7600"/>
            </a:lvl2pPr>
            <a:lvl3pPr marL="0" indent="457200">
              <a:lnSpc>
                <a:spcPct val="90000"/>
              </a:lnSpc>
              <a:buSzTx/>
              <a:buFontTx/>
              <a:buNone/>
              <a:defRPr spc="-50" sz="7600"/>
            </a:lvl3pPr>
            <a:lvl4pPr marL="0" indent="685800">
              <a:lnSpc>
                <a:spcPct val="90000"/>
              </a:lnSpc>
              <a:buSzTx/>
              <a:buFontTx/>
              <a:buNone/>
              <a:defRPr spc="-50" sz="7600"/>
            </a:lvl4pPr>
            <a:lvl5pPr marL="0" indent="914400">
              <a:lnSpc>
                <a:spcPct val="90000"/>
              </a:lnSpc>
              <a:buSzTx/>
              <a:buFontTx/>
              <a:buNone/>
              <a:defRPr spc="-50" sz="7600"/>
            </a:lvl5pPr>
          </a:lstStyle>
          <a:p>
            <a:pPr/>
            <a:r>
              <a:t>Click to edit 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Quote Author"/>
          <p:cNvSpPr txBox="1"/>
          <p:nvPr>
            <p:ph type="title" hasCustomPrompt="1"/>
          </p:nvPr>
        </p:nvSpPr>
        <p:spPr>
          <a:xfrm>
            <a:off x="1388784" y="5029200"/>
            <a:ext cx="9198865" cy="71323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b="1" spc="-50" sz="2000">
                <a:solidFill>
                  <a:schemeClr val="accent1"/>
                </a:solidFill>
              </a:defRPr>
            </a:lvl1pPr>
          </a:lstStyle>
          <a:p>
            <a:pPr/>
            <a:r>
              <a:t>Quote Author</a:t>
            </a:r>
          </a:p>
        </p:txBody>
      </p:sp>
      <p:sp>
        <p:nvSpPr>
          <p:cNvPr id="204" name="Body Level One…"/>
          <p:cNvSpPr txBox="1"/>
          <p:nvPr>
            <p:ph type="body" sz="half" idx="1" hasCustomPrompt="1"/>
          </p:nvPr>
        </p:nvSpPr>
        <p:spPr>
          <a:xfrm>
            <a:off x="1388784" y="1115567"/>
            <a:ext cx="9198865" cy="3584449"/>
          </a:xfrm>
          <a:prstGeom prst="rect">
            <a:avLst/>
          </a:prstGeom>
        </p:spPr>
        <p:txBody>
          <a:bodyPr anchor="ctr"/>
          <a:lstStyle>
            <a:lvl1pPr marL="137160" indent="-137160">
              <a:lnSpc>
                <a:spcPct val="90000"/>
              </a:lnSpc>
              <a:spcBef>
                <a:spcPts val="0"/>
              </a:spcBef>
              <a:buSzTx/>
              <a:buFontTx/>
              <a:buNone/>
              <a:defRPr spc="-50" sz="5000"/>
            </a:lvl1pPr>
            <a:lvl2pPr marL="1249135" indent="-1020535">
              <a:lnSpc>
                <a:spcPct val="90000"/>
              </a:lnSpc>
              <a:spcBef>
                <a:spcPts val="0"/>
              </a:spcBef>
              <a:buFontTx/>
              <a:defRPr spc="-50" sz="5000"/>
            </a:lvl2pPr>
            <a:lvl3pPr marL="1477735" indent="-1020535">
              <a:lnSpc>
                <a:spcPct val="90000"/>
              </a:lnSpc>
              <a:spcBef>
                <a:spcPts val="0"/>
              </a:spcBef>
              <a:buFontTx/>
              <a:defRPr spc="-50" sz="5000"/>
            </a:lvl3pPr>
            <a:lvl4pPr marL="1706335" indent="-1020535">
              <a:lnSpc>
                <a:spcPct val="90000"/>
              </a:lnSpc>
              <a:spcBef>
                <a:spcPts val="0"/>
              </a:spcBef>
              <a:buFontTx/>
              <a:defRPr spc="-50" sz="5000"/>
            </a:lvl4pPr>
            <a:lvl5pPr marL="1934935" indent="-1020535">
              <a:lnSpc>
                <a:spcPct val="90000"/>
              </a:lnSpc>
              <a:spcBef>
                <a:spcPts val="0"/>
              </a:spcBef>
              <a:buFontTx/>
              <a:defRPr spc="-50" sz="5000"/>
            </a:lvl5pPr>
          </a:lstStyle>
          <a:p>
            <a:pPr/>
            <a:r>
              <a:t>Click to edit Quote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Text"/>
          <p:cNvSpPr txBox="1"/>
          <p:nvPr>
            <p:ph type="title"/>
          </p:nvPr>
        </p:nvSpPr>
        <p:spPr>
          <a:xfrm>
            <a:off x="182879" y="219456"/>
            <a:ext cx="11326705" cy="104156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3" name="Body Level One…"/>
          <p:cNvSpPr txBox="1"/>
          <p:nvPr>
            <p:ph type="body" sz="half" idx="1"/>
          </p:nvPr>
        </p:nvSpPr>
        <p:spPr>
          <a:xfrm>
            <a:off x="182879" y="1645920"/>
            <a:ext cx="5420411" cy="474158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 Text"/>
          <p:cNvSpPr txBox="1"/>
          <p:nvPr>
            <p:ph type="title"/>
          </p:nvPr>
        </p:nvSpPr>
        <p:spPr>
          <a:xfrm>
            <a:off x="181185" y="219456"/>
            <a:ext cx="11274554" cy="789852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sz="quarter" idx="1"/>
          </p:nvPr>
        </p:nvSpPr>
        <p:spPr>
          <a:xfrm>
            <a:off x="181185" y="1009306"/>
            <a:ext cx="5212080" cy="55983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SzTx/>
              <a:buFontTx/>
              <a:buNone/>
              <a:defRPr b="1" cap="all" sz="1600"/>
            </a:lvl1pPr>
            <a:lvl2pPr marL="0" indent="457200">
              <a:lnSpc>
                <a:spcPct val="90000"/>
              </a:lnSpc>
              <a:buSzTx/>
              <a:buFontTx/>
              <a:buNone/>
              <a:defRPr b="1" cap="all" sz="1600"/>
            </a:lvl2pPr>
            <a:lvl3pPr marL="0" indent="914400">
              <a:lnSpc>
                <a:spcPct val="90000"/>
              </a:lnSpc>
              <a:buSzTx/>
              <a:buFontTx/>
              <a:buNone/>
              <a:defRPr b="1" cap="all" sz="1600"/>
            </a:lvl3pPr>
            <a:lvl4pPr marL="0" indent="1371600">
              <a:lnSpc>
                <a:spcPct val="90000"/>
              </a:lnSpc>
              <a:buSzTx/>
              <a:buFontTx/>
              <a:buNone/>
              <a:defRPr b="1" cap="all" sz="1600"/>
            </a:lvl4pPr>
            <a:lvl5pPr marL="0" indent="1828800">
              <a:lnSpc>
                <a:spcPct val="90000"/>
              </a:lnSpc>
              <a:buSzTx/>
              <a:buFontTx/>
              <a:buNone/>
              <a:defRPr b="1" cap="all"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Text Placeholder 4"/>
          <p:cNvSpPr/>
          <p:nvPr>
            <p:ph type="body" sz="quarter" idx="21"/>
          </p:nvPr>
        </p:nvSpPr>
        <p:spPr>
          <a:xfrm>
            <a:off x="6245352" y="1009306"/>
            <a:ext cx="5212081" cy="559835"/>
          </a:xfrm>
          <a:prstGeom prst="rect">
            <a:avLst/>
          </a:prstGeom>
        </p:spPr>
        <p:txBody>
          <a:bodyPr anchor="b"/>
          <a:lstStyle/>
          <a:p>
            <a:pPr marL="0" indent="0">
              <a:lnSpc>
                <a:spcPct val="90000"/>
              </a:lnSpc>
              <a:buSzTx/>
              <a:buFontTx/>
              <a:buNone/>
              <a:defRPr b="1" cap="all" sz="1600"/>
            </a:pP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Text"/>
          <p:cNvSpPr txBox="1"/>
          <p:nvPr>
            <p:ph type="title"/>
          </p:nvPr>
        </p:nvSpPr>
        <p:spPr>
          <a:xfrm>
            <a:off x="167860" y="207228"/>
            <a:ext cx="11001945" cy="1790701"/>
          </a:xfrm>
          <a:prstGeom prst="rect">
            <a:avLst/>
          </a:prstGeom>
        </p:spPr>
        <p:txBody>
          <a:bodyPr/>
          <a:lstStyle>
            <a:lvl1pPr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247" name="Body Level One…"/>
          <p:cNvSpPr txBox="1"/>
          <p:nvPr>
            <p:ph type="body" sz="half" idx="1"/>
          </p:nvPr>
        </p:nvSpPr>
        <p:spPr>
          <a:xfrm>
            <a:off x="1022194" y="3264408"/>
            <a:ext cx="10147612" cy="283464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Text"/>
          <p:cNvSpPr txBox="1"/>
          <p:nvPr>
            <p:ph type="title"/>
          </p:nvPr>
        </p:nvSpPr>
        <p:spPr>
          <a:xfrm>
            <a:off x="2915579" y="1089246"/>
            <a:ext cx="6360842" cy="2171718"/>
          </a:xfrm>
          <a:prstGeom prst="rect">
            <a:avLst/>
          </a:prstGeom>
        </p:spPr>
        <p:txBody>
          <a:bodyPr anchor="b"/>
          <a:lstStyle>
            <a:lvl1pPr algn="ctr">
              <a:defRPr sz="7200"/>
            </a:lvl1pPr>
          </a:lstStyle>
          <a:p>
            <a:pPr/>
            <a:r>
              <a:t>Title Text</a:t>
            </a:r>
          </a:p>
        </p:txBody>
      </p:sp>
      <p:sp>
        <p:nvSpPr>
          <p:cNvPr id="256" name="Body Level One…"/>
          <p:cNvSpPr txBox="1"/>
          <p:nvPr>
            <p:ph type="body" sz="quarter" idx="1"/>
          </p:nvPr>
        </p:nvSpPr>
        <p:spPr>
          <a:xfrm>
            <a:off x="3322863" y="3499880"/>
            <a:ext cx="5543551" cy="1771651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600"/>
            </a:lvl1pPr>
            <a:lvl2pPr marL="0" indent="228600" algn="ctr">
              <a:buSzTx/>
              <a:buFontTx/>
              <a:buNone/>
              <a:defRPr sz="1600"/>
            </a:lvl2pPr>
            <a:lvl3pPr marL="0" indent="457200" algn="ctr">
              <a:buSzTx/>
              <a:buFontTx/>
              <a:buNone/>
              <a:defRPr sz="1600"/>
            </a:lvl3pPr>
            <a:lvl4pPr marL="0" indent="685800" algn="ctr">
              <a:buSzTx/>
              <a:buFontTx/>
              <a:buNone/>
              <a:defRPr sz="1600"/>
            </a:lvl4pPr>
            <a:lvl5pPr marL="0" indent="914400" algn="ctr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9CC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879" y="219456"/>
            <a:ext cx="10835642" cy="969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79" y="1183205"/>
            <a:ext cx="10835642" cy="5088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772528" y="6463232"/>
            <a:ext cx="194257" cy="18612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30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2857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5143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7429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9715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1200150" marR="0" indent="-28575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4638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29210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3782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3835400" marR="0" indent="-177800" algn="l" defTabSz="914400" rtl="0" latinLnBrk="0">
        <a:lnSpc>
          <a:spcPct val="12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1400" u="none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8991600" y="-1"/>
            <a:ext cx="3200400" cy="1097282"/>
          </a:xfrm>
          <a:prstGeom prst="rect">
            <a:avLst/>
          </a:prstGeom>
          <a:solidFill>
            <a:srgbClr val="417B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2"/>
          <p:cNvSpPr/>
          <p:nvPr/>
        </p:nvSpPr>
        <p:spPr>
          <a:xfrm>
            <a:off x="9814559" y="5669279"/>
            <a:ext cx="2377441" cy="1188721"/>
          </a:xfrm>
          <a:prstGeom prst="rect">
            <a:avLst/>
          </a:prstGeom>
          <a:solidFill>
            <a:srgbClr val="417B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3"/>
          <p:cNvSpPr/>
          <p:nvPr/>
        </p:nvSpPr>
        <p:spPr>
          <a:xfrm>
            <a:off x="0" y="6217920"/>
            <a:ext cx="4572000" cy="640081"/>
          </a:xfrm>
          <a:prstGeom prst="rect">
            <a:avLst/>
          </a:prstGeom>
          <a:solidFill>
            <a:srgbClr val="417B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4"/>
          <p:cNvSpPr txBox="1"/>
          <p:nvPr/>
        </p:nvSpPr>
        <p:spPr>
          <a:xfrm>
            <a:off x="822960" y="1142999"/>
            <a:ext cx="4204132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42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INTERNSHIP</a:t>
            </a:r>
          </a:p>
          <a:p>
            <a:pPr>
              <a:defRPr b="1" sz="42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PRESENTATION</a:t>
            </a:r>
          </a:p>
        </p:txBody>
      </p:sp>
      <p:sp>
        <p:nvSpPr>
          <p:cNvPr id="270" name="TextBox 5"/>
          <p:cNvSpPr txBox="1"/>
          <p:nvPr/>
        </p:nvSpPr>
        <p:spPr>
          <a:xfrm>
            <a:off x="868680" y="2971799"/>
            <a:ext cx="5187080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Generative AI, Large Language Models</a:t>
            </a:r>
          </a:p>
          <a:p>
            <a:pPr>
              <a:defRPr sz="2300">
                <a:latin typeface="Aptos"/>
                <a:ea typeface="Aptos"/>
                <a:cs typeface="Aptos"/>
                <a:sym typeface="Aptos"/>
              </a:defRPr>
            </a:pPr>
            <a:r>
              <a:t>and AI Voice Assistant</a:t>
            </a:r>
          </a:p>
        </p:txBody>
      </p:sp>
      <p:sp>
        <p:nvSpPr>
          <p:cNvPr id="271" name="TextBox 6"/>
          <p:cNvSpPr txBox="1"/>
          <p:nvPr/>
        </p:nvSpPr>
        <p:spPr>
          <a:xfrm>
            <a:off x="868679" y="4800599"/>
            <a:ext cx="3598328" cy="550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900"/>
            </a:pPr>
            <a:r>
              <a:t>Shabd Mishra</a:t>
            </a:r>
          </a:p>
          <a:p>
            <a:pPr>
              <a:defRPr b="1" sz="1900"/>
            </a:pPr>
            <a:r>
              <a:rPr b="0" sz="1300"/>
              <a:t>Roll No. 2410031135 •  B.Tech CSE  •  Batch 2024-28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2"/>
          <p:cNvSpPr txBox="1"/>
          <p:nvPr/>
        </p:nvSpPr>
        <p:spPr>
          <a:xfrm>
            <a:off x="640079" y="411480"/>
            <a:ext cx="350317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Internship Overview</a:t>
            </a:r>
          </a:p>
        </p:txBody>
      </p:sp>
      <p:sp>
        <p:nvSpPr>
          <p:cNvPr id="275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76" name="Rounded Rectangle 4"/>
          <p:cNvSpPr/>
          <p:nvPr/>
        </p:nvSpPr>
        <p:spPr>
          <a:xfrm>
            <a:off x="731519" y="1417319"/>
            <a:ext cx="338328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Rectangle 5"/>
          <p:cNvSpPr/>
          <p:nvPr/>
        </p:nvSpPr>
        <p:spPr>
          <a:xfrm>
            <a:off x="731519" y="1417319"/>
            <a:ext cx="73153" cy="1828801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6"/>
          <p:cNvSpPr txBox="1"/>
          <p:nvPr/>
        </p:nvSpPr>
        <p:spPr>
          <a:xfrm>
            <a:off x="1033271" y="1618488"/>
            <a:ext cx="142357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Organization</a:t>
            </a:r>
          </a:p>
        </p:txBody>
      </p:sp>
      <p:sp>
        <p:nvSpPr>
          <p:cNvPr id="279" name="TextBox 7"/>
          <p:cNvSpPr txBox="1"/>
          <p:nvPr/>
        </p:nvSpPr>
        <p:spPr>
          <a:xfrm>
            <a:off x="1033271" y="2130551"/>
            <a:ext cx="283464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Globus Infocom Ltd.</a:t>
            </a:r>
            <a:br/>
            <a:r>
              <a:t>Software Development Department</a:t>
            </a:r>
          </a:p>
        </p:txBody>
      </p:sp>
      <p:sp>
        <p:nvSpPr>
          <p:cNvPr id="280" name="Rounded Rectangle 8"/>
          <p:cNvSpPr/>
          <p:nvPr/>
        </p:nvSpPr>
        <p:spPr>
          <a:xfrm>
            <a:off x="4389120" y="1417319"/>
            <a:ext cx="3383280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Rectangle 9"/>
          <p:cNvSpPr/>
          <p:nvPr/>
        </p:nvSpPr>
        <p:spPr>
          <a:xfrm>
            <a:off x="4389120" y="1417319"/>
            <a:ext cx="73153" cy="1828801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0"/>
          <p:cNvSpPr txBox="1"/>
          <p:nvPr/>
        </p:nvSpPr>
        <p:spPr>
          <a:xfrm>
            <a:off x="4690872" y="1618488"/>
            <a:ext cx="100368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Location</a:t>
            </a:r>
          </a:p>
        </p:txBody>
      </p:sp>
      <p:sp>
        <p:nvSpPr>
          <p:cNvPr id="283" name="TextBox 11"/>
          <p:cNvSpPr txBox="1"/>
          <p:nvPr/>
        </p:nvSpPr>
        <p:spPr>
          <a:xfrm>
            <a:off x="4690872" y="2130551"/>
            <a:ext cx="283464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Corporate Office</a:t>
            </a:r>
            <a:br/>
            <a:r>
              <a:t>Noida, Uttar Pradesh</a:t>
            </a:r>
          </a:p>
        </p:txBody>
      </p:sp>
      <p:sp>
        <p:nvSpPr>
          <p:cNvPr id="284" name="Rounded Rectangle 12"/>
          <p:cNvSpPr/>
          <p:nvPr/>
        </p:nvSpPr>
        <p:spPr>
          <a:xfrm>
            <a:off x="8046719" y="1417319"/>
            <a:ext cx="338328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Rectangle 13"/>
          <p:cNvSpPr/>
          <p:nvPr/>
        </p:nvSpPr>
        <p:spPr>
          <a:xfrm>
            <a:off x="8046719" y="1417319"/>
            <a:ext cx="73153" cy="1828801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14"/>
          <p:cNvSpPr txBox="1"/>
          <p:nvPr/>
        </p:nvSpPr>
        <p:spPr>
          <a:xfrm>
            <a:off x="8348472" y="1618488"/>
            <a:ext cx="99167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Duration</a:t>
            </a:r>
          </a:p>
        </p:txBody>
      </p:sp>
      <p:sp>
        <p:nvSpPr>
          <p:cNvPr id="287" name="TextBox 15"/>
          <p:cNvSpPr txBox="1"/>
          <p:nvPr/>
        </p:nvSpPr>
        <p:spPr>
          <a:xfrm>
            <a:off x="8348472" y="2130551"/>
            <a:ext cx="283464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 May 2026 – 15 June 2026</a:t>
            </a:r>
          </a:p>
        </p:txBody>
      </p:sp>
      <p:sp>
        <p:nvSpPr>
          <p:cNvPr id="288" name="Rounded Rectangle 16"/>
          <p:cNvSpPr/>
          <p:nvPr/>
        </p:nvSpPr>
        <p:spPr>
          <a:xfrm>
            <a:off x="731519" y="3657600"/>
            <a:ext cx="10698482" cy="16459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Rectangle 17"/>
          <p:cNvSpPr/>
          <p:nvPr/>
        </p:nvSpPr>
        <p:spPr>
          <a:xfrm>
            <a:off x="731519" y="3657599"/>
            <a:ext cx="73153" cy="1645922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18"/>
          <p:cNvSpPr txBox="1"/>
          <p:nvPr/>
        </p:nvSpPr>
        <p:spPr>
          <a:xfrm>
            <a:off x="1033271" y="3858767"/>
            <a:ext cx="127208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Focus Area</a:t>
            </a:r>
          </a:p>
        </p:txBody>
      </p:sp>
      <p:sp>
        <p:nvSpPr>
          <p:cNvPr id="291" name="TextBox 19"/>
          <p:cNvSpPr txBox="1"/>
          <p:nvPr/>
        </p:nvSpPr>
        <p:spPr>
          <a:xfrm>
            <a:off x="1033271" y="4370832"/>
            <a:ext cx="1014984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Generative AI (GenAI), Large Language Models (LLMs), an AI Chatbot using LLMs, and a Voice Assistant.</a:t>
            </a:r>
          </a:p>
        </p:txBody>
      </p:sp>
      <p:sp>
        <p:nvSpPr>
          <p:cNvPr id="292" name="Rectangle 20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21"/>
          <p:cNvSpPr txBox="1"/>
          <p:nvPr/>
        </p:nvSpPr>
        <p:spPr>
          <a:xfrm>
            <a:off x="640080" y="6510528"/>
            <a:ext cx="24659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2"/>
          <p:cNvSpPr txBox="1"/>
          <p:nvPr/>
        </p:nvSpPr>
        <p:spPr>
          <a:xfrm>
            <a:off x="640079" y="411480"/>
            <a:ext cx="348268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Organization Profile</a:t>
            </a:r>
          </a:p>
        </p:txBody>
      </p:sp>
      <p:sp>
        <p:nvSpPr>
          <p:cNvPr id="297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8" name="TextBox 4"/>
          <p:cNvSpPr txBox="1"/>
          <p:nvPr/>
        </p:nvSpPr>
        <p:spPr>
          <a:xfrm>
            <a:off x="822960" y="1417319"/>
            <a:ext cx="10515601" cy="21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Internship completed at Globus Infocom Ltd. in the Software Development Department.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internship was conducted at the company’s Corporate Office in Noida.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work was related to Generative AI and Large Language Model initiatives.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Practical exposure included an AI Chatbot using LLMs and a Voice Assistant.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experience provided exposure to a professional software-development environment.</a:t>
            </a:r>
          </a:p>
        </p:txBody>
      </p:sp>
      <p:sp>
        <p:nvSpPr>
          <p:cNvPr id="299" name="Rectangle 5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6"/>
          <p:cNvSpPr txBox="1"/>
          <p:nvPr/>
        </p:nvSpPr>
        <p:spPr>
          <a:xfrm>
            <a:off x="640080" y="6510528"/>
            <a:ext cx="24659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2"/>
          <p:cNvSpPr txBox="1"/>
          <p:nvPr/>
        </p:nvSpPr>
        <p:spPr>
          <a:xfrm>
            <a:off x="640079" y="411480"/>
            <a:ext cx="348234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Project Introduction</a:t>
            </a:r>
          </a:p>
        </p:txBody>
      </p:sp>
      <p:sp>
        <p:nvSpPr>
          <p:cNvPr id="304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05" name="Rounded Rectangle 4"/>
          <p:cNvSpPr/>
          <p:nvPr/>
        </p:nvSpPr>
        <p:spPr>
          <a:xfrm>
            <a:off x="731519" y="1325880"/>
            <a:ext cx="5212081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5"/>
          <p:cNvSpPr/>
          <p:nvPr/>
        </p:nvSpPr>
        <p:spPr>
          <a:xfrm>
            <a:off x="731519" y="1325880"/>
            <a:ext cx="73153" cy="4297680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6"/>
          <p:cNvSpPr txBox="1"/>
          <p:nvPr/>
        </p:nvSpPr>
        <p:spPr>
          <a:xfrm>
            <a:off x="1033272" y="1527047"/>
            <a:ext cx="160331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 Studied</a:t>
            </a:r>
          </a:p>
        </p:txBody>
      </p:sp>
      <p:sp>
        <p:nvSpPr>
          <p:cNvPr id="308" name="TextBox 7"/>
          <p:cNvSpPr txBox="1"/>
          <p:nvPr/>
        </p:nvSpPr>
        <p:spPr>
          <a:xfrm>
            <a:off x="1033272" y="2039111"/>
            <a:ext cx="4663440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Artificial Intelligence is used in software applications to provide automated and interactive services.</a:t>
            </a:r>
            <a:br/>
            <a:br/>
            <a:r>
              <a:t>Generative AI and LLMs can understand user questions and generate natural-language responses.</a:t>
            </a:r>
          </a:p>
        </p:txBody>
      </p:sp>
      <p:sp>
        <p:nvSpPr>
          <p:cNvPr id="309" name="Rounded Rectangle 8"/>
          <p:cNvSpPr/>
          <p:nvPr/>
        </p:nvSpPr>
        <p:spPr>
          <a:xfrm>
            <a:off x="6217920" y="1325880"/>
            <a:ext cx="5212080" cy="429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9"/>
          <p:cNvSpPr/>
          <p:nvPr/>
        </p:nvSpPr>
        <p:spPr>
          <a:xfrm>
            <a:off x="6217920" y="1325880"/>
            <a:ext cx="73153" cy="4297680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0"/>
          <p:cNvSpPr txBox="1"/>
          <p:nvPr/>
        </p:nvSpPr>
        <p:spPr>
          <a:xfrm>
            <a:off x="6519672" y="1527047"/>
            <a:ext cx="2103535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My Internship Work</a:t>
            </a:r>
          </a:p>
        </p:txBody>
      </p:sp>
      <p:sp>
        <p:nvSpPr>
          <p:cNvPr id="312" name="TextBox 11"/>
          <p:cNvSpPr txBox="1"/>
          <p:nvPr/>
        </p:nvSpPr>
        <p:spPr>
          <a:xfrm>
            <a:off x="6519672" y="2039111"/>
            <a:ext cx="4663441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Understood the basic workflow of an AI Chatbot and Voice Assistant.</a:t>
            </a:r>
            <a:br/>
            <a:r>
              <a:t>• Tried different inputs and prompts.</a:t>
            </a:r>
            <a:br/>
            <a:r>
              <a:t>• Checked generated outputs.</a:t>
            </a:r>
            <a:br/>
            <a:r>
              <a:t>• Observed how AI applications are tested in a software-development environment.</a:t>
            </a:r>
          </a:p>
        </p:txBody>
      </p:sp>
      <p:sp>
        <p:nvSpPr>
          <p:cNvPr id="313" name="Rectangle 12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3"/>
          <p:cNvSpPr txBox="1"/>
          <p:nvPr/>
        </p:nvSpPr>
        <p:spPr>
          <a:xfrm>
            <a:off x="640080" y="6510528"/>
            <a:ext cx="2471649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2"/>
          <p:cNvSpPr txBox="1"/>
          <p:nvPr/>
        </p:nvSpPr>
        <p:spPr>
          <a:xfrm>
            <a:off x="640079" y="411480"/>
            <a:ext cx="559788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Problem Statement &amp; Objectives</a:t>
            </a:r>
          </a:p>
        </p:txBody>
      </p:sp>
      <p:sp>
        <p:nvSpPr>
          <p:cNvPr id="318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19" name="Rounded Rectangle 4"/>
          <p:cNvSpPr/>
          <p:nvPr/>
        </p:nvSpPr>
        <p:spPr>
          <a:xfrm>
            <a:off x="731519" y="1325880"/>
            <a:ext cx="5120642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Rectangle 5"/>
          <p:cNvSpPr/>
          <p:nvPr/>
        </p:nvSpPr>
        <p:spPr>
          <a:xfrm>
            <a:off x="731519" y="1325880"/>
            <a:ext cx="73153" cy="4480560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6"/>
          <p:cNvSpPr txBox="1"/>
          <p:nvPr/>
        </p:nvSpPr>
        <p:spPr>
          <a:xfrm>
            <a:off x="1033271" y="1527047"/>
            <a:ext cx="207169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322" name="TextBox 7"/>
          <p:cNvSpPr txBox="1"/>
          <p:nvPr/>
        </p:nvSpPr>
        <p:spPr>
          <a:xfrm>
            <a:off x="1033271" y="2039112"/>
            <a:ext cx="457200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Understand how conversational AI applications process user input and generate responses, and evaluate whether those responses are clear, relevant and understandable.</a:t>
            </a:r>
          </a:p>
        </p:txBody>
      </p:sp>
      <p:sp>
        <p:nvSpPr>
          <p:cNvPr id="323" name="Rounded Rectangle 8"/>
          <p:cNvSpPr/>
          <p:nvPr/>
        </p:nvSpPr>
        <p:spPr>
          <a:xfrm>
            <a:off x="6126479" y="1325880"/>
            <a:ext cx="5303521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Rectangle 9"/>
          <p:cNvSpPr/>
          <p:nvPr/>
        </p:nvSpPr>
        <p:spPr>
          <a:xfrm>
            <a:off x="6126479" y="1325880"/>
            <a:ext cx="73153" cy="4480560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10"/>
          <p:cNvSpPr txBox="1"/>
          <p:nvPr/>
        </p:nvSpPr>
        <p:spPr>
          <a:xfrm>
            <a:off x="6428231" y="1527047"/>
            <a:ext cx="19881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Project Objectives</a:t>
            </a:r>
          </a:p>
        </p:txBody>
      </p:sp>
      <p:sp>
        <p:nvSpPr>
          <p:cNvPr id="326" name="TextBox 11"/>
          <p:cNvSpPr txBox="1"/>
          <p:nvPr/>
        </p:nvSpPr>
        <p:spPr>
          <a:xfrm>
            <a:off x="6428231" y="2039112"/>
            <a:ext cx="4754882" cy="1310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Understand GenAI and LLM fundamentals.</a:t>
            </a:r>
            <a:br/>
            <a:r>
              <a:t>• Understand AI Chatbot working.</a:t>
            </a:r>
            <a:br/>
            <a:r>
              <a:t>• Prepare prompts and user queries.</a:t>
            </a:r>
            <a:br/>
            <a:r>
              <a:t>• Check responses for relevance and clarity.</a:t>
            </a:r>
            <a:br/>
            <a:r>
              <a:t>• Understand Voice Assistant interaction flow.</a:t>
            </a:r>
            <a:br/>
            <a:r>
              <a:t>• Gain exposure to testing and documentation.</a:t>
            </a:r>
          </a:p>
        </p:txBody>
      </p:sp>
      <p:sp>
        <p:nvSpPr>
          <p:cNvPr id="327" name="Rectangle 12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13"/>
          <p:cNvSpPr txBox="1"/>
          <p:nvPr/>
        </p:nvSpPr>
        <p:spPr>
          <a:xfrm>
            <a:off x="640080" y="6510528"/>
            <a:ext cx="24659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2"/>
          <p:cNvSpPr txBox="1"/>
          <p:nvPr/>
        </p:nvSpPr>
        <p:spPr>
          <a:xfrm>
            <a:off x="640079" y="411480"/>
            <a:ext cx="354224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Scope of the Project</a:t>
            </a:r>
          </a:p>
        </p:txBody>
      </p:sp>
      <p:sp>
        <p:nvSpPr>
          <p:cNvPr id="332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33" name="TextBox 4"/>
          <p:cNvSpPr txBox="1"/>
          <p:nvPr/>
        </p:nvSpPr>
        <p:spPr>
          <a:xfrm>
            <a:off x="822960" y="1417319"/>
            <a:ext cx="10515601" cy="287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Simple prompt creation and query testing.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Review of chatbot responses for relevance and clarity.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Basic testing of voice-based interaction.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Observation of AI application workflows.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Repeated checking with changed wording when required.</a:t>
            </a:r>
          </a:p>
          <a:p>
            <a:pPr>
              <a:spcBef>
                <a:spcPts val="1300"/>
              </a:spcBef>
              <a:defRPr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project focused on learning, testing and observation rather than building a complex AI model from scratch.</a:t>
            </a:r>
          </a:p>
        </p:txBody>
      </p:sp>
      <p:sp>
        <p:nvSpPr>
          <p:cNvPr id="334" name="Rectangle 5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6"/>
          <p:cNvSpPr txBox="1"/>
          <p:nvPr/>
        </p:nvSpPr>
        <p:spPr>
          <a:xfrm>
            <a:off x="640080" y="6510528"/>
            <a:ext cx="24942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 •  INTERNSHIP PRESENTATION     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2"/>
          <p:cNvSpPr txBox="1"/>
          <p:nvPr/>
        </p:nvSpPr>
        <p:spPr>
          <a:xfrm>
            <a:off x="640079" y="411480"/>
            <a:ext cx="471461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Technologies &amp; Tools Used</a:t>
            </a:r>
          </a:p>
        </p:txBody>
      </p:sp>
      <p:sp>
        <p:nvSpPr>
          <p:cNvPr id="339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40" name="Rounded Rectangle 4"/>
          <p:cNvSpPr/>
          <p:nvPr/>
        </p:nvSpPr>
        <p:spPr>
          <a:xfrm>
            <a:off x="731519" y="1325880"/>
            <a:ext cx="3017522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Rectangle 5"/>
          <p:cNvSpPr/>
          <p:nvPr/>
        </p:nvSpPr>
        <p:spPr>
          <a:xfrm>
            <a:off x="731519" y="1325879"/>
            <a:ext cx="73153" cy="1508762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6"/>
          <p:cNvSpPr txBox="1"/>
          <p:nvPr/>
        </p:nvSpPr>
        <p:spPr>
          <a:xfrm>
            <a:off x="1033271" y="1527047"/>
            <a:ext cx="148820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Generative AI</a:t>
            </a:r>
          </a:p>
        </p:txBody>
      </p:sp>
      <p:sp>
        <p:nvSpPr>
          <p:cNvPr id="343" name="TextBox 7"/>
          <p:cNvSpPr txBox="1"/>
          <p:nvPr/>
        </p:nvSpPr>
        <p:spPr>
          <a:xfrm>
            <a:off x="1033271" y="2039111"/>
            <a:ext cx="24688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Understanding AI-generated content and interaction.</a:t>
            </a:r>
          </a:p>
        </p:txBody>
      </p:sp>
      <p:sp>
        <p:nvSpPr>
          <p:cNvPr id="344" name="Rounded Rectangle 8"/>
          <p:cNvSpPr/>
          <p:nvPr/>
        </p:nvSpPr>
        <p:spPr>
          <a:xfrm>
            <a:off x="4114800" y="1325880"/>
            <a:ext cx="301752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Rectangle 9"/>
          <p:cNvSpPr/>
          <p:nvPr/>
        </p:nvSpPr>
        <p:spPr>
          <a:xfrm>
            <a:off x="4114799" y="1325879"/>
            <a:ext cx="73154" cy="1508762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TextBox 10"/>
          <p:cNvSpPr txBox="1"/>
          <p:nvPr/>
        </p:nvSpPr>
        <p:spPr>
          <a:xfrm>
            <a:off x="4416552" y="1527047"/>
            <a:ext cx="2575394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Large Language Models</a:t>
            </a:r>
          </a:p>
        </p:txBody>
      </p:sp>
      <p:sp>
        <p:nvSpPr>
          <p:cNvPr id="347" name="TextBox 11"/>
          <p:cNvSpPr txBox="1"/>
          <p:nvPr/>
        </p:nvSpPr>
        <p:spPr>
          <a:xfrm>
            <a:off x="4416552" y="2039111"/>
            <a:ext cx="24688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Understanding LLM-based conversational responses.</a:t>
            </a:r>
          </a:p>
        </p:txBody>
      </p:sp>
      <p:sp>
        <p:nvSpPr>
          <p:cNvPr id="348" name="Rounded Rectangle 12"/>
          <p:cNvSpPr/>
          <p:nvPr/>
        </p:nvSpPr>
        <p:spPr>
          <a:xfrm>
            <a:off x="7498078" y="1325880"/>
            <a:ext cx="301752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Rectangle 13"/>
          <p:cNvSpPr/>
          <p:nvPr/>
        </p:nvSpPr>
        <p:spPr>
          <a:xfrm>
            <a:off x="7498078" y="1325879"/>
            <a:ext cx="73153" cy="1508762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14"/>
          <p:cNvSpPr txBox="1"/>
          <p:nvPr/>
        </p:nvSpPr>
        <p:spPr>
          <a:xfrm>
            <a:off x="7799831" y="1527047"/>
            <a:ext cx="208318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Chatbot Interaction</a:t>
            </a:r>
          </a:p>
        </p:txBody>
      </p:sp>
      <p:sp>
        <p:nvSpPr>
          <p:cNvPr id="351" name="TextBox 15"/>
          <p:cNvSpPr txBox="1"/>
          <p:nvPr/>
        </p:nvSpPr>
        <p:spPr>
          <a:xfrm>
            <a:off x="7799831" y="2039111"/>
            <a:ext cx="24688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Working with user queries and generated answers.</a:t>
            </a:r>
          </a:p>
        </p:txBody>
      </p:sp>
      <p:sp>
        <p:nvSpPr>
          <p:cNvPr id="352" name="Rounded Rectangle 16"/>
          <p:cNvSpPr/>
          <p:nvPr/>
        </p:nvSpPr>
        <p:spPr>
          <a:xfrm>
            <a:off x="731519" y="3337559"/>
            <a:ext cx="3017522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Rectangle 17"/>
          <p:cNvSpPr/>
          <p:nvPr/>
        </p:nvSpPr>
        <p:spPr>
          <a:xfrm>
            <a:off x="731519" y="3337559"/>
            <a:ext cx="73153" cy="1508761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8"/>
          <p:cNvSpPr txBox="1"/>
          <p:nvPr/>
        </p:nvSpPr>
        <p:spPr>
          <a:xfrm>
            <a:off x="1033271" y="3538728"/>
            <a:ext cx="1671525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Prompt Testing</a:t>
            </a:r>
          </a:p>
        </p:txBody>
      </p:sp>
      <p:sp>
        <p:nvSpPr>
          <p:cNvPr id="355" name="TextBox 19"/>
          <p:cNvSpPr txBox="1"/>
          <p:nvPr/>
        </p:nvSpPr>
        <p:spPr>
          <a:xfrm>
            <a:off x="1033271" y="4050791"/>
            <a:ext cx="246888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Trying different prompts and query wording.</a:t>
            </a:r>
          </a:p>
        </p:txBody>
      </p:sp>
      <p:sp>
        <p:nvSpPr>
          <p:cNvPr id="356" name="Rounded Rectangle 20"/>
          <p:cNvSpPr/>
          <p:nvPr/>
        </p:nvSpPr>
        <p:spPr>
          <a:xfrm>
            <a:off x="4114800" y="3337559"/>
            <a:ext cx="301752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ctangle 21"/>
          <p:cNvSpPr/>
          <p:nvPr/>
        </p:nvSpPr>
        <p:spPr>
          <a:xfrm>
            <a:off x="4114799" y="3337559"/>
            <a:ext cx="73154" cy="1508761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22"/>
          <p:cNvSpPr txBox="1"/>
          <p:nvPr/>
        </p:nvSpPr>
        <p:spPr>
          <a:xfrm>
            <a:off x="4416552" y="3538728"/>
            <a:ext cx="182786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Voice Interaction</a:t>
            </a:r>
          </a:p>
        </p:txBody>
      </p:sp>
      <p:sp>
        <p:nvSpPr>
          <p:cNvPr id="359" name="TextBox 23"/>
          <p:cNvSpPr txBox="1"/>
          <p:nvPr/>
        </p:nvSpPr>
        <p:spPr>
          <a:xfrm>
            <a:off x="4416552" y="4050791"/>
            <a:ext cx="24688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Observing basic voice input and response flow.</a:t>
            </a:r>
          </a:p>
        </p:txBody>
      </p:sp>
      <p:sp>
        <p:nvSpPr>
          <p:cNvPr id="360" name="Rounded Rectangle 24"/>
          <p:cNvSpPr/>
          <p:nvPr/>
        </p:nvSpPr>
        <p:spPr>
          <a:xfrm>
            <a:off x="7498078" y="3337559"/>
            <a:ext cx="3017521" cy="150876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Rectangle 25"/>
          <p:cNvSpPr/>
          <p:nvPr/>
        </p:nvSpPr>
        <p:spPr>
          <a:xfrm>
            <a:off x="7498078" y="3337559"/>
            <a:ext cx="73153" cy="1508761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26"/>
          <p:cNvSpPr txBox="1"/>
          <p:nvPr/>
        </p:nvSpPr>
        <p:spPr>
          <a:xfrm>
            <a:off x="7799831" y="3538728"/>
            <a:ext cx="1675425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Documentation</a:t>
            </a:r>
          </a:p>
        </p:txBody>
      </p:sp>
      <p:sp>
        <p:nvSpPr>
          <p:cNvPr id="363" name="TextBox 27"/>
          <p:cNvSpPr txBox="1"/>
          <p:nvPr/>
        </p:nvSpPr>
        <p:spPr>
          <a:xfrm>
            <a:off x="7799831" y="4050791"/>
            <a:ext cx="2468881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Recording observations and learning outcomes.</a:t>
            </a:r>
          </a:p>
        </p:txBody>
      </p:sp>
      <p:sp>
        <p:nvSpPr>
          <p:cNvPr id="364" name="Rectangle 28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29"/>
          <p:cNvSpPr txBox="1"/>
          <p:nvPr/>
        </p:nvSpPr>
        <p:spPr>
          <a:xfrm>
            <a:off x="640080" y="6510528"/>
            <a:ext cx="249422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 •  INTERNSHIP PRESENTATION     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2"/>
          <p:cNvSpPr txBox="1"/>
          <p:nvPr/>
        </p:nvSpPr>
        <p:spPr>
          <a:xfrm>
            <a:off x="640079" y="411480"/>
            <a:ext cx="354971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369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370" name="Rounded Rectangle 4"/>
          <p:cNvSpPr/>
          <p:nvPr/>
        </p:nvSpPr>
        <p:spPr>
          <a:xfrm>
            <a:off x="685800" y="1828800"/>
            <a:ext cx="201168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46379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5"/>
          <p:cNvSpPr txBox="1"/>
          <p:nvPr/>
        </p:nvSpPr>
        <p:spPr>
          <a:xfrm>
            <a:off x="1091783" y="2148839"/>
            <a:ext cx="119971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600">
                <a:solidFill>
                  <a:srgbClr val="1923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372" name="Chevron 6"/>
          <p:cNvSpPr/>
          <p:nvPr/>
        </p:nvSpPr>
        <p:spPr>
          <a:xfrm>
            <a:off x="2834639" y="2148839"/>
            <a:ext cx="411481" cy="502921"/>
          </a:xfrm>
          <a:prstGeom prst="chevron">
            <a:avLst>
              <a:gd name="adj" fmla="val 50000"/>
            </a:avLst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Rounded Rectangle 7"/>
          <p:cNvSpPr/>
          <p:nvPr/>
        </p:nvSpPr>
        <p:spPr>
          <a:xfrm>
            <a:off x="3337559" y="1828800"/>
            <a:ext cx="2011681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46379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8"/>
          <p:cNvSpPr txBox="1"/>
          <p:nvPr/>
        </p:nvSpPr>
        <p:spPr>
          <a:xfrm>
            <a:off x="3602801" y="2148839"/>
            <a:ext cx="148119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600">
                <a:solidFill>
                  <a:srgbClr val="1923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Prompt / Input</a:t>
            </a:r>
          </a:p>
        </p:txBody>
      </p:sp>
      <p:sp>
        <p:nvSpPr>
          <p:cNvPr id="375" name="Chevron 9"/>
          <p:cNvSpPr/>
          <p:nvPr/>
        </p:nvSpPr>
        <p:spPr>
          <a:xfrm>
            <a:off x="5486400" y="2148839"/>
            <a:ext cx="411481" cy="502921"/>
          </a:xfrm>
          <a:prstGeom prst="chevron">
            <a:avLst>
              <a:gd name="adj" fmla="val 50000"/>
            </a:avLst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Rounded Rectangle 10"/>
          <p:cNvSpPr/>
          <p:nvPr/>
        </p:nvSpPr>
        <p:spPr>
          <a:xfrm>
            <a:off x="5989320" y="1828800"/>
            <a:ext cx="2011680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46379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11"/>
          <p:cNvSpPr txBox="1"/>
          <p:nvPr/>
        </p:nvSpPr>
        <p:spPr>
          <a:xfrm>
            <a:off x="6734332" y="2148839"/>
            <a:ext cx="521654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600">
                <a:solidFill>
                  <a:srgbClr val="19234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378" name="Chevron 12"/>
          <p:cNvSpPr/>
          <p:nvPr/>
        </p:nvSpPr>
        <p:spPr>
          <a:xfrm>
            <a:off x="8138159" y="2148839"/>
            <a:ext cx="411481" cy="502921"/>
          </a:xfrm>
          <a:prstGeom prst="chevron">
            <a:avLst>
              <a:gd name="adj" fmla="val 50000"/>
            </a:avLst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Rounded Rectangle 13"/>
          <p:cNvSpPr/>
          <p:nvPr/>
        </p:nvSpPr>
        <p:spPr>
          <a:xfrm>
            <a:off x="8641080" y="1828800"/>
            <a:ext cx="2011681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46379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TextBox 14"/>
          <p:cNvSpPr txBox="1"/>
          <p:nvPr/>
        </p:nvSpPr>
        <p:spPr>
          <a:xfrm>
            <a:off x="9092305" y="2148839"/>
            <a:ext cx="1109227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b="1" sz="1600">
                <a:solidFill>
                  <a:srgbClr val="19234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Generated</a:t>
            </a:r>
          </a:p>
          <a:p>
            <a:pPr algn="ctr">
              <a:defRPr b="1" sz="1600">
                <a:solidFill>
                  <a:srgbClr val="192346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Response</a:t>
            </a:r>
          </a:p>
        </p:txBody>
      </p:sp>
      <p:sp>
        <p:nvSpPr>
          <p:cNvPr id="381" name="TextBox 15"/>
          <p:cNvSpPr txBox="1"/>
          <p:nvPr/>
        </p:nvSpPr>
        <p:spPr>
          <a:xfrm>
            <a:off x="5088049" y="3886200"/>
            <a:ext cx="198542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500">
                <a:solidFill>
                  <a:srgbClr val="463791"/>
                </a:solidFill>
              </a:defRPr>
            </a:lvl1pPr>
          </a:lstStyle>
          <a:p>
            <a:pPr/>
            <a:r>
              <a:t>VOICE ASSISTANT FLOW</a:t>
            </a:r>
          </a:p>
        </p:txBody>
      </p:sp>
      <p:sp>
        <p:nvSpPr>
          <p:cNvPr id="382" name="Rounded Rectangle 16"/>
          <p:cNvSpPr/>
          <p:nvPr/>
        </p:nvSpPr>
        <p:spPr>
          <a:xfrm>
            <a:off x="914400" y="4389120"/>
            <a:ext cx="1737361" cy="822961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6350">
            <a:solidFill>
              <a:srgbClr val="2D64BE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17"/>
          <p:cNvSpPr txBox="1"/>
          <p:nvPr/>
        </p:nvSpPr>
        <p:spPr>
          <a:xfrm>
            <a:off x="1343089" y="4617720"/>
            <a:ext cx="87998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232630"/>
                </a:solidFill>
              </a:defRPr>
            </a:lvl1pPr>
          </a:lstStyle>
          <a:p>
            <a:pPr/>
            <a:r>
              <a:t>Voice Input</a:t>
            </a:r>
          </a:p>
        </p:txBody>
      </p:sp>
      <p:sp>
        <p:nvSpPr>
          <p:cNvPr id="384" name="Chevron 18"/>
          <p:cNvSpPr/>
          <p:nvPr/>
        </p:nvSpPr>
        <p:spPr>
          <a:xfrm>
            <a:off x="2743200" y="4617720"/>
            <a:ext cx="347473" cy="384049"/>
          </a:xfrm>
          <a:prstGeom prst="chevron">
            <a:avLst>
              <a:gd name="adj" fmla="val 50000"/>
            </a:avLst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Rounded Rectangle 19"/>
          <p:cNvSpPr/>
          <p:nvPr/>
        </p:nvSpPr>
        <p:spPr>
          <a:xfrm>
            <a:off x="3749038" y="4389120"/>
            <a:ext cx="1737362" cy="822961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6350">
            <a:solidFill>
              <a:srgbClr val="2D64BE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20"/>
          <p:cNvSpPr txBox="1"/>
          <p:nvPr/>
        </p:nvSpPr>
        <p:spPr>
          <a:xfrm>
            <a:off x="4203323" y="4617720"/>
            <a:ext cx="82879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232630"/>
                </a:solidFill>
              </a:defRPr>
            </a:lvl1pPr>
          </a:lstStyle>
          <a:p>
            <a:pPr/>
            <a:r>
              <a:t>Processing</a:t>
            </a:r>
          </a:p>
        </p:txBody>
      </p:sp>
      <p:sp>
        <p:nvSpPr>
          <p:cNvPr id="387" name="Chevron 21"/>
          <p:cNvSpPr/>
          <p:nvPr/>
        </p:nvSpPr>
        <p:spPr>
          <a:xfrm>
            <a:off x="5577840" y="4617720"/>
            <a:ext cx="347473" cy="384049"/>
          </a:xfrm>
          <a:prstGeom prst="chevron">
            <a:avLst>
              <a:gd name="adj" fmla="val 50000"/>
            </a:avLst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ounded Rectangle 22"/>
          <p:cNvSpPr/>
          <p:nvPr/>
        </p:nvSpPr>
        <p:spPr>
          <a:xfrm>
            <a:off x="6583680" y="4389120"/>
            <a:ext cx="1737361" cy="822961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6350">
            <a:solidFill>
              <a:srgbClr val="2D64BE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23"/>
          <p:cNvSpPr txBox="1"/>
          <p:nvPr/>
        </p:nvSpPr>
        <p:spPr>
          <a:xfrm>
            <a:off x="6982380" y="4617720"/>
            <a:ext cx="9399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232630"/>
                </a:solidFill>
              </a:defRPr>
            </a:lvl1pPr>
          </a:lstStyle>
          <a:p>
            <a:pPr/>
            <a:r>
              <a:t>AI Response</a:t>
            </a:r>
          </a:p>
        </p:txBody>
      </p:sp>
      <p:sp>
        <p:nvSpPr>
          <p:cNvPr id="390" name="Chevron 24"/>
          <p:cNvSpPr/>
          <p:nvPr/>
        </p:nvSpPr>
        <p:spPr>
          <a:xfrm>
            <a:off x="8412480" y="4617720"/>
            <a:ext cx="347473" cy="384049"/>
          </a:xfrm>
          <a:prstGeom prst="chevron">
            <a:avLst>
              <a:gd name="adj" fmla="val 50000"/>
            </a:avLst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Rounded Rectangle 25"/>
          <p:cNvSpPr/>
          <p:nvPr/>
        </p:nvSpPr>
        <p:spPr>
          <a:xfrm>
            <a:off x="9418319" y="4389120"/>
            <a:ext cx="1737361" cy="822961"/>
          </a:xfrm>
          <a:prstGeom prst="roundRect">
            <a:avLst>
              <a:gd name="adj" fmla="val 16667"/>
            </a:avLst>
          </a:prstGeom>
          <a:solidFill>
            <a:srgbClr val="F5F7FC"/>
          </a:solidFill>
          <a:ln w="6350">
            <a:solidFill>
              <a:srgbClr val="2D64BE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26"/>
          <p:cNvSpPr txBox="1"/>
          <p:nvPr/>
        </p:nvSpPr>
        <p:spPr>
          <a:xfrm>
            <a:off x="9988973" y="4617720"/>
            <a:ext cx="596055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300">
                <a:solidFill>
                  <a:srgbClr val="232630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93" name="Rectangle 27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28"/>
          <p:cNvSpPr txBox="1"/>
          <p:nvPr/>
        </p:nvSpPr>
        <p:spPr>
          <a:xfrm>
            <a:off x="640080" y="6510528"/>
            <a:ext cx="24659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2"/>
          <p:cNvSpPr txBox="1"/>
          <p:nvPr/>
        </p:nvSpPr>
        <p:spPr>
          <a:xfrm>
            <a:off x="640079" y="411480"/>
            <a:ext cx="231639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398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399" name="Oval 4"/>
          <p:cNvSpPr/>
          <p:nvPr/>
        </p:nvSpPr>
        <p:spPr>
          <a:xfrm>
            <a:off x="822960" y="1417319"/>
            <a:ext cx="658369" cy="658369"/>
          </a:xfrm>
          <a:prstGeom prst="ellipse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5"/>
          <p:cNvSpPr txBox="1"/>
          <p:nvPr/>
        </p:nvSpPr>
        <p:spPr>
          <a:xfrm>
            <a:off x="1022832" y="1563624"/>
            <a:ext cx="2586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01" name="TextBox 6"/>
          <p:cNvSpPr txBox="1"/>
          <p:nvPr/>
        </p:nvSpPr>
        <p:spPr>
          <a:xfrm>
            <a:off x="1737359" y="1399032"/>
            <a:ext cx="1868424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Study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Learn GenAI and LLM basics.</a:t>
            </a:r>
          </a:p>
        </p:txBody>
      </p:sp>
      <p:sp>
        <p:nvSpPr>
          <p:cNvPr id="402" name="Oval 7"/>
          <p:cNvSpPr/>
          <p:nvPr/>
        </p:nvSpPr>
        <p:spPr>
          <a:xfrm>
            <a:off x="822960" y="2926079"/>
            <a:ext cx="658369" cy="658369"/>
          </a:xfrm>
          <a:prstGeom prst="ellipse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8"/>
          <p:cNvSpPr txBox="1"/>
          <p:nvPr/>
        </p:nvSpPr>
        <p:spPr>
          <a:xfrm>
            <a:off x="1022832" y="3072383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04" name="TextBox 9"/>
          <p:cNvSpPr txBox="1"/>
          <p:nvPr/>
        </p:nvSpPr>
        <p:spPr>
          <a:xfrm>
            <a:off x="1737359" y="2907792"/>
            <a:ext cx="2509502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Observe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Study chatbot and voice-assistant flow.</a:t>
            </a:r>
          </a:p>
        </p:txBody>
      </p:sp>
      <p:sp>
        <p:nvSpPr>
          <p:cNvPr id="405" name="Oval 10"/>
          <p:cNvSpPr/>
          <p:nvPr/>
        </p:nvSpPr>
        <p:spPr>
          <a:xfrm>
            <a:off x="822960" y="4434840"/>
            <a:ext cx="658369" cy="658369"/>
          </a:xfrm>
          <a:prstGeom prst="ellipse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TextBox 11"/>
          <p:cNvSpPr txBox="1"/>
          <p:nvPr/>
        </p:nvSpPr>
        <p:spPr>
          <a:xfrm>
            <a:off x="1022832" y="4581144"/>
            <a:ext cx="2586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07" name="TextBox 12"/>
          <p:cNvSpPr txBox="1"/>
          <p:nvPr/>
        </p:nvSpPr>
        <p:spPr>
          <a:xfrm>
            <a:off x="1737359" y="4416552"/>
            <a:ext cx="3116720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Prepare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Create questions, prompts and voice commands.</a:t>
            </a:r>
          </a:p>
        </p:txBody>
      </p:sp>
      <p:sp>
        <p:nvSpPr>
          <p:cNvPr id="408" name="Oval 13"/>
          <p:cNvSpPr/>
          <p:nvPr/>
        </p:nvSpPr>
        <p:spPr>
          <a:xfrm>
            <a:off x="6309359" y="1417319"/>
            <a:ext cx="658369" cy="658369"/>
          </a:xfrm>
          <a:prstGeom prst="ellipse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14"/>
          <p:cNvSpPr txBox="1"/>
          <p:nvPr/>
        </p:nvSpPr>
        <p:spPr>
          <a:xfrm>
            <a:off x="6509232" y="1563624"/>
            <a:ext cx="2586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10" name="TextBox 15"/>
          <p:cNvSpPr txBox="1"/>
          <p:nvPr/>
        </p:nvSpPr>
        <p:spPr>
          <a:xfrm>
            <a:off x="7223760" y="1399032"/>
            <a:ext cx="2463364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Test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Run applications with different inputs.</a:t>
            </a:r>
          </a:p>
        </p:txBody>
      </p:sp>
      <p:sp>
        <p:nvSpPr>
          <p:cNvPr id="411" name="Oval 16"/>
          <p:cNvSpPr/>
          <p:nvPr/>
        </p:nvSpPr>
        <p:spPr>
          <a:xfrm>
            <a:off x="6309359" y="2926079"/>
            <a:ext cx="658369" cy="658369"/>
          </a:xfrm>
          <a:prstGeom prst="ellipse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17"/>
          <p:cNvSpPr txBox="1"/>
          <p:nvPr/>
        </p:nvSpPr>
        <p:spPr>
          <a:xfrm>
            <a:off x="6509232" y="3072383"/>
            <a:ext cx="25862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413" name="TextBox 18"/>
          <p:cNvSpPr txBox="1"/>
          <p:nvPr/>
        </p:nvSpPr>
        <p:spPr>
          <a:xfrm>
            <a:off x="7223760" y="2907792"/>
            <a:ext cx="2521705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Evaluate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Check relevance and understandability.</a:t>
            </a:r>
          </a:p>
        </p:txBody>
      </p:sp>
      <p:sp>
        <p:nvSpPr>
          <p:cNvPr id="414" name="Oval 19"/>
          <p:cNvSpPr/>
          <p:nvPr/>
        </p:nvSpPr>
        <p:spPr>
          <a:xfrm>
            <a:off x="6309359" y="4434840"/>
            <a:ext cx="658369" cy="658369"/>
          </a:xfrm>
          <a:prstGeom prst="ellipse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20"/>
          <p:cNvSpPr txBox="1"/>
          <p:nvPr/>
        </p:nvSpPr>
        <p:spPr>
          <a:xfrm>
            <a:off x="6509232" y="4581144"/>
            <a:ext cx="258624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416" name="TextBox 21"/>
          <p:cNvSpPr txBox="1"/>
          <p:nvPr/>
        </p:nvSpPr>
        <p:spPr>
          <a:xfrm>
            <a:off x="7223760" y="4416552"/>
            <a:ext cx="3173497" cy="50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600">
                <a:solidFill>
                  <a:srgbClr val="192346"/>
                </a:solidFill>
              </a:defRPr>
            </a:pPr>
            <a:r>
              <a:t>Document</a:t>
            </a:r>
          </a:p>
          <a:p>
            <a:pPr>
              <a:defRPr b="1" sz="1600">
                <a:solidFill>
                  <a:srgbClr val="192346"/>
                </a:solidFill>
              </a:defRPr>
            </a:pPr>
            <a:r>
              <a:rPr b="0" sz="1200">
                <a:solidFill>
                  <a:srgbClr val="232630"/>
                </a:solidFill>
              </a:rPr>
              <a:t>Record observations and prepare documentation.</a:t>
            </a:r>
          </a:p>
        </p:txBody>
      </p:sp>
      <p:sp>
        <p:nvSpPr>
          <p:cNvPr id="417" name="Rectangle 22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TextBox 23"/>
          <p:cNvSpPr txBox="1"/>
          <p:nvPr/>
        </p:nvSpPr>
        <p:spPr>
          <a:xfrm>
            <a:off x="640080" y="6510528"/>
            <a:ext cx="24659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1" name="TextBox 2"/>
          <p:cNvSpPr txBox="1"/>
          <p:nvPr/>
        </p:nvSpPr>
        <p:spPr>
          <a:xfrm>
            <a:off x="640079" y="411480"/>
            <a:ext cx="5478945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Expected Outcomes &amp; Learning</a:t>
            </a:r>
          </a:p>
        </p:txBody>
      </p:sp>
      <p:sp>
        <p:nvSpPr>
          <p:cNvPr id="422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423" name="Rounded Rectangle 4"/>
          <p:cNvSpPr/>
          <p:nvPr/>
        </p:nvSpPr>
        <p:spPr>
          <a:xfrm>
            <a:off x="731519" y="1325880"/>
            <a:ext cx="338328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Rectangle 5"/>
          <p:cNvSpPr/>
          <p:nvPr/>
        </p:nvSpPr>
        <p:spPr>
          <a:xfrm>
            <a:off x="731519" y="1325879"/>
            <a:ext cx="73153" cy="4206242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6"/>
          <p:cNvSpPr txBox="1"/>
          <p:nvPr/>
        </p:nvSpPr>
        <p:spPr>
          <a:xfrm>
            <a:off x="1033271" y="1527047"/>
            <a:ext cx="2055780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Technical Learning</a:t>
            </a:r>
          </a:p>
        </p:txBody>
      </p:sp>
      <p:sp>
        <p:nvSpPr>
          <p:cNvPr id="426" name="TextBox 7"/>
          <p:cNvSpPr txBox="1"/>
          <p:nvPr/>
        </p:nvSpPr>
        <p:spPr>
          <a:xfrm>
            <a:off x="1033271" y="2039111"/>
            <a:ext cx="2834642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Basic practical exposure to GenAI and LLMs.</a:t>
            </a:r>
            <a:br/>
            <a:r>
              <a:t>• Understanding chatbot interaction.</a:t>
            </a:r>
            <a:br/>
            <a:r>
              <a:t>• Understanding voice-based AI applications.</a:t>
            </a:r>
          </a:p>
        </p:txBody>
      </p:sp>
      <p:sp>
        <p:nvSpPr>
          <p:cNvPr id="427" name="Rounded Rectangle 8"/>
          <p:cNvSpPr/>
          <p:nvPr/>
        </p:nvSpPr>
        <p:spPr>
          <a:xfrm>
            <a:off x="4389120" y="1325880"/>
            <a:ext cx="3383280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Rectangle 9"/>
          <p:cNvSpPr/>
          <p:nvPr/>
        </p:nvSpPr>
        <p:spPr>
          <a:xfrm>
            <a:off x="4389120" y="1325879"/>
            <a:ext cx="73153" cy="4206242"/>
          </a:xfrm>
          <a:prstGeom prst="rect">
            <a:avLst/>
          </a:prstGeom>
          <a:solidFill>
            <a:srgbClr val="2D64B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10"/>
          <p:cNvSpPr txBox="1"/>
          <p:nvPr/>
        </p:nvSpPr>
        <p:spPr>
          <a:xfrm>
            <a:off x="4690872" y="1527047"/>
            <a:ext cx="1479976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Testing Skills</a:t>
            </a:r>
          </a:p>
        </p:txBody>
      </p:sp>
      <p:sp>
        <p:nvSpPr>
          <p:cNvPr id="430" name="TextBox 11"/>
          <p:cNvSpPr txBox="1"/>
          <p:nvPr/>
        </p:nvSpPr>
        <p:spPr>
          <a:xfrm>
            <a:off x="4690872" y="2039111"/>
            <a:ext cx="2834641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Prompt and query testing.</a:t>
            </a:r>
            <a:br/>
            <a:r>
              <a:t>• Checking output relevance.</a:t>
            </a:r>
            <a:br/>
            <a:r>
              <a:t>• Understanding the importance of repeated testing.</a:t>
            </a:r>
          </a:p>
        </p:txBody>
      </p:sp>
      <p:sp>
        <p:nvSpPr>
          <p:cNvPr id="431" name="Rounded Rectangle 12"/>
          <p:cNvSpPr/>
          <p:nvPr/>
        </p:nvSpPr>
        <p:spPr>
          <a:xfrm>
            <a:off x="8046719" y="1325880"/>
            <a:ext cx="3383281" cy="42062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1E6F2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Rectangle 13"/>
          <p:cNvSpPr/>
          <p:nvPr/>
        </p:nvSpPr>
        <p:spPr>
          <a:xfrm>
            <a:off x="8046719" y="1325879"/>
            <a:ext cx="73153" cy="4206242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14"/>
          <p:cNvSpPr txBox="1"/>
          <p:nvPr/>
        </p:nvSpPr>
        <p:spPr>
          <a:xfrm>
            <a:off x="8348472" y="1527047"/>
            <a:ext cx="202404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7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Professional Skills</a:t>
            </a:r>
          </a:p>
        </p:txBody>
      </p:sp>
      <p:sp>
        <p:nvSpPr>
          <p:cNvPr id="434" name="TextBox 15"/>
          <p:cNvSpPr txBox="1"/>
          <p:nvPr/>
        </p:nvSpPr>
        <p:spPr>
          <a:xfrm>
            <a:off x="8348472" y="2039111"/>
            <a:ext cx="2834641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3263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Observation.</a:t>
            </a:r>
            <a:br/>
            <a:r>
              <a:t>• Communication.</a:t>
            </a:r>
            <a:br/>
            <a:r>
              <a:t>• Documentation.</a:t>
            </a:r>
            <a:br/>
            <a:r>
              <a:t>• Working within a professional software-development environment.</a:t>
            </a:r>
          </a:p>
        </p:txBody>
      </p:sp>
      <p:sp>
        <p:nvSpPr>
          <p:cNvPr id="435" name="Rectangle 16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17"/>
          <p:cNvSpPr txBox="1"/>
          <p:nvPr/>
        </p:nvSpPr>
        <p:spPr>
          <a:xfrm>
            <a:off x="640080" y="6510528"/>
            <a:ext cx="2522498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•  INTERNSHIP PRESENTATION     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46379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2"/>
          <p:cNvSpPr txBox="1"/>
          <p:nvPr/>
        </p:nvSpPr>
        <p:spPr>
          <a:xfrm>
            <a:off x="640079" y="411480"/>
            <a:ext cx="571525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92346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Internship Completion Certificate</a:t>
            </a:r>
          </a:p>
        </p:txBody>
      </p:sp>
      <p:sp>
        <p:nvSpPr>
          <p:cNvPr id="440" name="TextBox 3"/>
          <p:cNvSpPr txBox="1"/>
          <p:nvPr/>
        </p:nvSpPr>
        <p:spPr>
          <a:xfrm>
            <a:off x="11230317" y="484631"/>
            <a:ext cx="2454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000">
                <a:solidFill>
                  <a:srgbClr val="4637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41" name="TextBox 5"/>
          <p:cNvSpPr txBox="1"/>
          <p:nvPr/>
        </p:nvSpPr>
        <p:spPr>
          <a:xfrm>
            <a:off x="822960" y="5714999"/>
            <a:ext cx="267507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192346"/>
                </a:solidFill>
              </a:defRPr>
            </a:lvl1pPr>
          </a:lstStyle>
          <a:p>
            <a:pPr/>
            <a:r>
              <a:t>Certificate issued by Globus Infocom Ltd.</a:t>
            </a:r>
          </a:p>
        </p:txBody>
      </p:sp>
      <p:sp>
        <p:nvSpPr>
          <p:cNvPr id="442" name="Rectangle 6"/>
          <p:cNvSpPr/>
          <p:nvPr/>
        </p:nvSpPr>
        <p:spPr>
          <a:xfrm>
            <a:off x="594359" y="6472174"/>
            <a:ext cx="10972801" cy="12701"/>
          </a:xfrm>
          <a:prstGeom prst="rect">
            <a:avLst/>
          </a:prstGeom>
          <a:solidFill>
            <a:srgbClr val="E1E6F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7"/>
          <p:cNvSpPr txBox="1"/>
          <p:nvPr/>
        </p:nvSpPr>
        <p:spPr>
          <a:xfrm>
            <a:off x="640080" y="6510528"/>
            <a:ext cx="2543235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rgbClr val="696E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Shabd Mishra  •  INTERNSHIP PRESENTATION     11</a:t>
            </a:r>
          </a:p>
        </p:txBody>
      </p:sp>
      <p:pic>
        <p:nvPicPr>
          <p:cNvPr id="444" name="Screenshot 2026-09-10 at 11.28.37 PM.png" descr="Screenshot 2026-09-10 at 11.28.3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62647" y="1181608"/>
            <a:ext cx="3582514" cy="48320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Box 1"/>
          <p:cNvSpPr txBox="1"/>
          <p:nvPr/>
        </p:nvSpPr>
        <p:spPr>
          <a:xfrm>
            <a:off x="4463263" y="1280160"/>
            <a:ext cx="3265474" cy="726441"/>
          </a:xfrm>
          <a:prstGeom prst="rect">
            <a:avLst/>
          </a:prstGeom>
          <a:solidFill>
            <a:srgbClr val="9CC7C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4200"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447" name="TextBox 2"/>
          <p:cNvSpPr txBox="1"/>
          <p:nvPr/>
        </p:nvSpPr>
        <p:spPr>
          <a:xfrm>
            <a:off x="4209110" y="2743199"/>
            <a:ext cx="3743299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Shabd Mishra</a:t>
            </a:r>
          </a:p>
          <a:p>
            <a:pPr algn="ctr">
              <a:defRPr sz="2200">
                <a:latin typeface="Aptos"/>
                <a:ea typeface="Aptos"/>
                <a:cs typeface="Aptos"/>
                <a:sym typeface="Aptos"/>
              </a:defRPr>
            </a:pPr>
            <a:r>
              <a:t>B.Tech CSE • Batch 2024–28</a:t>
            </a:r>
          </a:p>
        </p:txBody>
      </p:sp>
      <p:sp>
        <p:nvSpPr>
          <p:cNvPr id="448" name="TextBox 3"/>
          <p:cNvSpPr txBox="1"/>
          <p:nvPr/>
        </p:nvSpPr>
        <p:spPr>
          <a:xfrm>
            <a:off x="4046856" y="4754879"/>
            <a:ext cx="4067807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500"/>
            </a:lvl1pPr>
          </a:lstStyle>
          <a:p>
            <a:pPr/>
            <a:r>
              <a:t>Generative AI • LLMs • AI Chatbot • Voice Assistant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une">
  <a:themeElements>
    <a:clrScheme name="Dune">
      <a:dk1>
        <a:srgbClr val="000000"/>
      </a:dk1>
      <a:lt1>
        <a:srgbClr val="9CC7CE"/>
      </a:lt1>
      <a:dk2>
        <a:srgbClr val="A7A7A7"/>
      </a:dk2>
      <a:lt2>
        <a:srgbClr val="535353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Dun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u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une">
  <a:themeElements>
    <a:clrScheme name="Dun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0000FF"/>
      </a:hlink>
      <a:folHlink>
        <a:srgbClr val="FF00FF"/>
      </a:folHlink>
    </a:clrScheme>
    <a:fontScheme name="Dun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Dun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